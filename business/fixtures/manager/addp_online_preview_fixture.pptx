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316546427a423d" /><Relationship Type="http://schemas.openxmlformats.org/officeDocument/2006/relationships/extended-properties" Target="/docProps/app.xml" Id="Rb4210b9bc7d24b35" /><Relationship Type="http://schemas.openxmlformats.org/officeDocument/2006/relationships/officeDocument" Target="/ppt/presentation.xml" Id="R3711b434454a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db1eaee1e462a"/>
  </p:sldMasterIdLst>
  <p:notesMasterIdLst>
    <p:notesMasterId xmlns:r="http://schemas.openxmlformats.org/officeDocument/2006/relationships" r:id="R140e697551a048f1"/>
  </p:notesMasterIdLst>
  <p:sldIdLst>
    <p:sldId xmlns:r="http://schemas.openxmlformats.org/officeDocument/2006/relationships" id="256" r:id="R5bd5b322bc734e4a"/>
    <p:sldId xmlns:r="http://schemas.openxmlformats.org/officeDocument/2006/relationships" id="257" r:id="Rc270b02a904e45dd"/>
    <p:sldId xmlns:r="http://schemas.openxmlformats.org/officeDocument/2006/relationships" id="258" r:id="Reee9c69b20be4c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9ec7bb72824147" /><Relationship Type="http://schemas.openxmlformats.org/officeDocument/2006/relationships/slideMaster" Target="/ppt/slideMasters/slideMaster1.xml" Id="R1e0db1eaee1e462a" /><Relationship Type="http://schemas.openxmlformats.org/officeDocument/2006/relationships/notesMaster" Target="/ppt/notesMasters/notesMaster1.xml" Id="R140e697551a048f1" /><Relationship Type="http://schemas.openxmlformats.org/officeDocument/2006/relationships/presProps" Target="/ppt/presProps.xml" Id="R30e33a1d16c948f1" /><Relationship Type="http://schemas.openxmlformats.org/officeDocument/2006/relationships/tableStyles" Target="/ppt/tableStyles.xml" Id="R8801bb6882b248d0" /><Relationship Type="http://schemas.openxmlformats.org/officeDocument/2006/relationships/slide" Target="/ppt/slides/slide1.xml" Id="R5bd5b322bc734e4a" /><Relationship Type="http://schemas.openxmlformats.org/officeDocument/2006/relationships/slide" Target="/ppt/slides/slide2.xml" Id="Rc270b02a904e45dd" /><Relationship Type="http://schemas.openxmlformats.org/officeDocument/2006/relationships/slide" Target="/ppt/slides/slide3.xml" Id="Reee9c69b20be4c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ee9aa63d2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c3aafa986e4e1f" /><Relationship Type="http://schemas.openxmlformats.org/officeDocument/2006/relationships/notesMaster" Target="/ppt/notesMasters/notesMaster1.xml" Id="R684edf0ef69d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ea18131b7241ca" /><Relationship Type="http://schemas.openxmlformats.org/officeDocument/2006/relationships/notesMaster" Target="/ppt/notesMasters/notesMaster1.xml" Id="R561ce798a006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ae8410f354a03" /><Relationship Type="http://schemas.openxmlformats.org/officeDocument/2006/relationships/notesMaster" Target="/ppt/notesMasters/notesMaster1.xml" Id="R12a4e5b08197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7c6916b4c4b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a30c8b77a4702" /><Relationship Type="http://schemas.openxmlformats.org/officeDocument/2006/relationships/slideLayout" Target="/ppt/slideLayouts/slideLayout1.xml" Id="Rc024266ace0b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24266ace0b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0aac836a4bce" /><Relationship Type="http://schemas.openxmlformats.org/officeDocument/2006/relationships/notesSlide" Target="/ppt/notesSlides/notesSlide1.xml" Id="R7b33b40c2afe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499137e5d469e" /><Relationship Type="http://schemas.openxmlformats.org/officeDocument/2006/relationships/notesSlide" Target="/ppt/notesSlides/notesSlide2.xml" Id="R1f1e12c4fd66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f108788e54219" /><Relationship Type="http://schemas.openxmlformats.org/officeDocument/2006/relationships/notesSlide" Target="/ppt/notesSlides/notesSlide3.xml" Id="R66f4642bb01c40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75417-6349-4D6C-8449-98B91913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1036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ADDP PPTX preview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96FDC-6AD9-49BA-B945-6C1A3FC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0363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63B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0" b="1">
                <a:solidFill>
                  <a:srgbClr val="63B3E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D54D8-B3F3-4678-8B24-D00D7FD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First page</a:t>
            </a:r>
          </a:p>
        </p:txBody>
      </p:sp>
    </p:spTree>
    <p:extLst>
      <p:ext uri="{BB962C8B-B14F-4D97-AF65-F5344CB8AC3E}">
        <p14:creationId xmlns:p14="http://schemas.microsoft.com/office/powerpoint/2010/main" val="1521987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22B20-15B9-4EE4-925F-3951D28F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1036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Page 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96ED2-0BCA-4DEA-A59C-48D92170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0363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68D3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0" b="1">
                <a:solidFill>
                  <a:srgbClr val="68D39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02812-6195-4A67-BD7D-40A4223D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Second page</a:t>
            </a:r>
          </a:p>
        </p:txBody>
      </p:sp>
    </p:spTree>
    <p:extLst>
      <p:ext uri="{BB962C8B-B14F-4D97-AF65-F5344CB8AC3E}">
        <p14:creationId xmlns:p14="http://schemas.microsoft.com/office/powerpoint/2010/main" val="168817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A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EFEFA-8DB8-49BB-B1EC-4697AB8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1036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Cache reuse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79D97-71D0-4FA5-B6B3-FE064D37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0363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D6B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0" b="1">
                <a:solidFill>
                  <a:srgbClr val="D6BCF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9A1B8-76F3-440F-B6AE-A6FA9A8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Third page</a:t>
            </a:r>
          </a:p>
        </p:txBody>
      </p:sp>
    </p:spTree>
    <p:extLst>
      <p:ext uri="{BB962C8B-B14F-4D97-AF65-F5344CB8AC3E}">
        <p14:creationId xmlns:p14="http://schemas.microsoft.com/office/powerpoint/2010/main" val="1971547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2026-09-06T09:17:57.0600000Z</dcterms:created>
  <dcterms:modified xsi:type="dcterms:W3CDTF">2026-09-06T09:17:57.0600000Z</dcterms:modified>
</coreProperties>
</file>